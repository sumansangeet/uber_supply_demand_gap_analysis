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5fb41a1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5fb41a1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5fb41a11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5fb41a1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c8c23c909_1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c8c23c909_1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nsPJNSPf4qIChy4yC2KBhn__IJpKEXtD/view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UBER SUPPLY DEMAND GAP - DA/BA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Excel, SQL, Python (Pandas, Numpy) use these three tools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Clean the data by using Excel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</a:t>
            </a:r>
            <a:r>
              <a:rPr lang="en"/>
              <a:t>dashboards by using Excel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SQL fo</a:t>
            </a:r>
            <a:r>
              <a:rPr lang="en"/>
              <a:t>r finding some insights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Pandas to do EDA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Sample video submission link -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https://drive.google.com/file/d/1nsPJNSPf4qIChy4yC2KBhn__IJpKEXtD/view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 whatever you want to do, but make sure you incorporate all these 3 tools in the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the same EDA template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Excel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SQL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EDA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Insights PDF file (include all these results)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Video - atleast 7mins. (20,25mins)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Video apps – zoom, loom, OBS Studio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Submit by 15th jan →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will get a google sheet, Name, email address(necessary details) - share the drive link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